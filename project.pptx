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77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cv/opencv/tree/4.x/samples/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huggingface.co/datasets/bigbitbus/chess" TargetMode="External"/><Relationship Id="rId4" Type="http://schemas.openxmlformats.org/officeDocument/2006/relationships/hyperlink" Target="https://www.kaggle.com/datasets/kalpitnathan/multi-camera-calibration-test-datase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Camera Calibration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/>
              <a:t>Varga Andrei Radu, 30433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Checkerboard Images (left01.jpg – left14.jpg)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OpenCV in samples/data/</a:t>
            </a:r>
          </a:p>
          <a:p>
            <a:pPr marL="0" indent="0">
              <a:spcAft>
                <a:spcPts val="400"/>
              </a:spcAft>
              <a:buNone/>
            </a:pPr>
            <a:endParaRPr lang="en-US" sz="1400" dirty="0">
              <a:solidFill>
                <a:srgbClr val="555555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r>
              <a:rPr lang="en-US" sz="1600" dirty="0">
                <a:hlinkClick r:id="rId3"/>
              </a:rPr>
              <a:t>https://github.com/opencv/opencv/tree/4.x/samples/data</a:t>
            </a:r>
            <a:br>
              <a:rPr lang="en-US" sz="1600" dirty="0"/>
            </a:br>
            <a:r>
              <a:rPr lang="en-US" sz="1600" dirty="0">
                <a:hlinkClick r:id="rId4"/>
              </a:rPr>
              <a:t>https://www.kaggle.com/datasets/kalpitnathan/multi-camera-calibration-test-dataset</a:t>
            </a:r>
            <a:br>
              <a:rPr lang="en-US" sz="1600" dirty="0"/>
            </a:br>
            <a:r>
              <a:rPr lang="en-US" sz="1600" dirty="0">
                <a:hlinkClick r:id="rId5"/>
              </a:rPr>
              <a:t>https://huggingface.co/datasets/bigbitbus/chess</a:t>
            </a:r>
            <a:br>
              <a:rPr lang="en-US" sz="1600" dirty="0"/>
            </a:b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7×6 inner corners per image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images from different viewpoints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 point correspondences per image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world coordinates: known regular grid on Z=0 plane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— OpenCV only for image I/O and corner detection</a:t>
            </a:r>
            <a:br>
              <a:rPr lang="en-US" sz="14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(image handling only)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cv::imread, cv::findChessboardCorners, cv::cornerSubPix, cv::drawChessboardCorners.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b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and vector operations (Eigen::MatrixXd, Eigen::VectorXd). SVD computation via Eigen::JacobiSVD for solving the homogeneous system Mv = 0. General linear algebra (transpose, inverse, norms).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by me: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system matrix construction, coordinate normalization, RQ decomposition (Gram-Schmidt / Givens rotations on the 3×3 submatrix of P), reprojection error computation. All implemented from scratch following the lecture.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Detect checkerboard corners -- 2D image points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Define 3D world points (known grid, Z=0)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Normalize 2D and 3D coordinates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Build system matrix M from correspondences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SVD on M extract P from last column of V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Denormalize P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RQ-decompose P into K · [R | t]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3914</TotalTime>
  <Words>293</Words>
  <Application>Microsoft Macintosh PowerPoint</Application>
  <PresentationFormat>On-screen Show (16:9)</PresentationFormat>
  <Paragraphs>34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DLT Camera Calibration - Dataset &amp; Libraries</dc:title>
  <dc:subject>PptxGenJS Presentation</dc:subject>
  <dc:creator>Andrei</dc:creator>
  <cp:lastModifiedBy>Andrei Radu Varga</cp:lastModifiedBy>
  <cp:revision>3</cp:revision>
  <dcterms:created xsi:type="dcterms:W3CDTF">2026-04-05T19:39:45Z</dcterms:created>
  <dcterms:modified xsi:type="dcterms:W3CDTF">2026-04-08T13:05:47Z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2026-04-05T19:50:52Z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122e2ca0-433d-4a02-8008-043cf8a927cb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50, 3, 0, 1</vt:lpwstr>
  </property>
</Properties>
</file>